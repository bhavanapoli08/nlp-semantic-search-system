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509CEA-672A-4D58-9EEE-F4545FCEA4E0}" v="84" dt="2026-05-19T04:04:43.6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690812-B030-41B6-8FB4-A1785D5F9F25}" type="datetimeFigureOut">
              <a:t>6/15/2026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A5BC79-D89A-4DA0-A013-28C3F424BC6E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0907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417320"/>
            <a:ext cx="7863840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3400" b="1" dirty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NLP-Based Semantic Search System for </a:t>
            </a:r>
            <a:r>
              <a:rPr lang="en-US" sz="3400" b="1" dirty="0" err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AcademicResearch</a:t>
            </a:r>
            <a:r>
              <a:rPr lang="en-US" sz="3400" b="1" dirty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 Papers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 Search  ·  Retrieval-Augmented Generation  ·  Google Cloud Deployment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0" y="3611880"/>
            <a:ext cx="3657600" cy="18288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 |  FastAPI  |  FAISS  |  MongoDB  |  SentenceTransformers  |  Docker  |  GCP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Bhavana Poli </a:t>
            </a:r>
          </a:p>
          <a:p>
            <a:pPr algn="ctr"/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REG NO.: BL.SC.P2CSE25027</a:t>
            </a: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7A589"/>
                </a:solidFill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3931920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million research papers published every year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misses papers with different wording but same meaning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extract specific info from a PDF quickly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tool for search + question answering + paper management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literature review takes days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536192"/>
            <a:ext cx="4114800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papers by meaning, not keywords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PDF and process it automatically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and get AI answers from paper content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confidence score for every answer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manage papers in a personal library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live on Google Cloud — accessible anywhere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7A589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B241D22F-DCB9-F263-0340-E9C703050A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7245" y="201529"/>
            <a:ext cx="3511981" cy="56478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7A589"/>
                </a:solidFill>
              </a:rPr>
              <a:t>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How It Works - Step by Step</a:t>
            </a:r>
            <a:endParaRPr lang="en-US" sz="26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Process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4114800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a research paper PDF through the web interface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is saved to the server's ./pdfs/ folder with a unique paper ID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reads each page and extracts all text content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headings like Abstract, Methods, Results are auto-detected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authors, year, and keywords are pulled from the first page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6344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Embed, Search &amp; Answer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536192"/>
            <a:ext cx="4114800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text is split into overlapping 512-token chunks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 model converts each chunk into a 384-dim vector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vectors are stored in a FAISS index on disk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natural language query — it is also encoded to a vector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finds the top-10 most similar sections in milliseconds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matching sections are used as context to generate the answer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(0–1) returned alongside the answer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7A589"/>
                </a:solidFill>
              </a:rPr>
              <a:t>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3931920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18 — UI components and page routing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— responsive and clean styling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— HTTP calls with JWT token attached automatically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— fast build tool for React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6344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536192"/>
            <a:ext cx="411480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 — async REST API server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SentenceTransformers — text to 384-dim vectors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— fast vector similarity search (Facebook AI)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— extracts text from PDF files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Auth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685032"/>
            <a:ext cx="3931920" cy="1344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MongoDB 7.0 — stores users, papers, history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JWT </a:t>
            </a:r>
            <a:r>
              <a:rPr lang="en-US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— secure login tokens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bcrypt</a:t>
            </a:r>
            <a:r>
              <a:rPr lang="en-US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— password hashing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63440" y="3337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3685032"/>
            <a:ext cx="4114800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 Compose — all 3 containers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— serves the React frontend on port 8080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VM — Ubuntu 22.04 LTS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Firewall rules — ports 8000 and 8080 open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7A589"/>
                </a:solidFill>
              </a:rPr>
              <a:t>CORE FEATURE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Semantic Search - How FAISS Works</a:t>
            </a:r>
            <a:endParaRPr lang="en-US" sz="26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6989" y="1224414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natural language query in the search box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is converted to a 384-dimensional vector using SentenceTransformers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compares the query vector against all stored paper vectors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most similar sections are returned in milliseconds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ranked by cosine similarity score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= cosine similarity between query and best matching section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vs Semantic Search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215834"/>
              </p:ext>
            </p:extLst>
          </p:nvPr>
        </p:nvGraphicFramePr>
        <p:xfrm>
          <a:off x="4766109" y="1590174"/>
          <a:ext cx="3931920" cy="24688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Precision@5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Synonyms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&lt;50ms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4882" y="4397903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Formula:   sim(query, doc) = (q · d) / (||q|| × ||d||)   →   After L2 normalisation: simply q · 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66509" y="483629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7A589"/>
                </a:solidFill>
              </a:rPr>
              <a:t>CORE FEATURE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RAG Pipeline - Question Answering</a:t>
            </a:r>
            <a:endParaRPr lang="en-US" sz="26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Pipeline Works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411480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question about a specific uploaded paper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is encoded into a 384-dim vector by SentenceTransformer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retrieves the top-10 most relevant sections from the paper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are sorted by cosine similarity — highest score wins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sections are joined together as context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answer is generated based only on that retrieved context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is the cosine similarity of the best matching section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6344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536192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– 1.0  →  Very high relevance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– 0.8  →  High relevance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– 0.6  →  Moderate relevance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– 0.4  →  Low relevance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2834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 Works Better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3182112"/>
            <a:ext cx="4114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grounded in paper — no hallucination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uploaded PDF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LLM needed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section shown with every answer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7A589"/>
                </a:solidFill>
              </a:rPr>
              <a:t>FRONTEND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React Dashboard - Key Pages</a:t>
            </a:r>
            <a:endParaRPr lang="en-US" sz="26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Upload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4114800" cy="198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Signup  —  JWT login, secure password hashing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 —  type any question, results ranked by score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  —  drag and drop any PDF, processed automatically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Q&amp;A Chat  —  ask about a paper, get answer + confidence 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458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&amp; Profile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778878"/>
            <a:ext cx="411480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Library  —  browse, filter, edit and delete papers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Papers  —  bookmark papers with notes and tags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 —  update name, email, password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Tech Details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1536192"/>
            <a:ext cx="4114800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React.js 18 and Vite as the build tool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for all styling — responsive on any screen size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client attaches JWT token to every API request automatically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handles navigation between all pages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managed with React useState and Context API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notifications show success and error feedback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7A589"/>
                </a:solidFill>
              </a:rPr>
              <a:t>BACKEND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Collections &amp; API Endpoints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— research_search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4114800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 —  name, email, hashed_password, created_at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 —  title, authors, sections, file_path, user_id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saved_papers  —  user_id, paper_id, notes, tags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search_logs  —  user_id, query, results, timestamp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Shell Commands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822192"/>
            <a:ext cx="411480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exec mongo mongosh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research_search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collections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db.users.find({}).pretty()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db.papers.countDocuments()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API Endpoints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1536192"/>
            <a:ext cx="411480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 /auth/signup   —  register new user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 /auth/login    —  login and get JWT token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 /upload        —  upload and process a PDF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 /search?q=...  —  semantic search across all papers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 /upload/ask    —  ask a question (RAG answer)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 /papers        —  list all uploaded papers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 /papers/save   —  save a paper to collection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 /papers/saved  —  get user's saved papers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7A589"/>
                </a:solidFill>
              </a:rPr>
              <a:t>DEPLOYMENT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Deployment &amp; Docker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VM Details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4114800" cy="3035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semantic-search-495818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name: semantic-search-vm  (zone: us-central1-a)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Ubuntu 22.04 LTS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IP: 136.114.20.108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Disk: 49 GB SSD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http://136.114.20.108:8080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API: http://136.114.20.108:8000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6344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— 3 Containers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536192"/>
            <a:ext cx="411480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semantic_frontend — NGINX Alpine — port 8080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semantic_backend  — Python 3.10  — port 8000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semantic_mongodb  — mongo:7.0    — port 27017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27249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Docker Commands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3072384"/>
            <a:ext cx="411480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build --no-cache  →  rebuild all images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-d             →  start all containers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ps                →  check status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logs -f backend   →  watch logs live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restart backend   →  restart backend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down              →  stop all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system prune -af          →  free disk space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7A589"/>
                </a:solidFill>
              </a:rPr>
              <a:t>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Advantages &amp; 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2560320" cy="3127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Precision@5: 0.78  (keyword was 0.42)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Recall@10:   0.84  (keyword was 0.51)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score:   0.72  (keyword was 0.38)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speed: under 50 ms (FAISS ANN)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scores: 0.79 – 0.92 on test queries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Docker containers running live on GCP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1536192"/>
            <a:ext cx="2560320" cy="3127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papers by meaning, not exact words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questions from actual PDF content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millisecond retrieval with FAISS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Google Cloud — accessible anywhere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and organises papers per user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with JWT and bcrypt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0" y="1188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0" y="1536192"/>
            <a:ext cx="2651760" cy="3127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PDFs not handled well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large language model for fluent answers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 papers at the moment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 rebuilt in batch, not real-time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HTTPS or custom domain yet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acceleration configured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7A589"/>
                </a:solidFill>
              </a:rPr>
              <a:t>REFERENCES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22860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 V. Karpukhin et al., "Dense Passage Retrieval for Open-Domain QA," EMNLP 2020.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 N. Reimers &amp; I. Gurevych, "Sentence-BERT," EMNLP 2019.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 P. Lewis et al., "Retrieval-Augmented Generation," NeurIPS 2020.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 J. Johnson et al., "Billion-Scale Similarity Search with GPUs," IEEE 2021.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 J. Devlin et al., "BERT," NAACL 2019.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 A. Vaswani et al., "Attention is All You Need," NeurIPS 2017.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0" y="1234440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 Y. Gao et al., "RAG for Large Language Models: A Survey," arXiv 2023.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 FastAPI — https://fastapi.tiangolo.com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 FAISS Library — https://github.com/facebookresearch/faiss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 SentenceTransformers — https://www.sbert.net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 MongoDB 7.0 Docs — https://www.mongodb.com/docs/manual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 Google Cloud Compute Engine — https://cloud.google.com/compute/docs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Research Paper Semantic Search &amp; RAG System</dc:title>
  <dc:subject>PptxGenJS Presentation</dc:subject>
  <dc:creator>PptxGenJS</dc:creator>
  <cp:lastModifiedBy>PptxGenJS</cp:lastModifiedBy>
  <cp:revision>28</cp:revision>
  <dcterms:created xsi:type="dcterms:W3CDTF">2026-05-18T18:35:50Z</dcterms:created>
  <dcterms:modified xsi:type="dcterms:W3CDTF">2026-06-15T15:29:08Z</dcterms:modified>
</cp:coreProperties>
</file>